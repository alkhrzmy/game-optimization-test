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5C4FF"/>
                </a:solidFill>
                <a:latin typeface="Segoe UI"/>
              </a:rPr>
              <a:t>TASK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ECF0F6"/>
                </a:solidFill>
                <a:latin typeface="Segoe UI"/>
              </a:rPr>
              <a:t>Video Game Data Enhancement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AA6B8"/>
                </a:solidFill>
                <a:latin typeface="Segoe UI"/>
              </a:rPr>
              <a:t>Enriching a game dataset with Google AI Studio (Gemini)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023360"/>
            <a:ext cx="5120640" cy="21031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1605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Add 3 AI-generated columns to 50 game titles: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genre  →  single word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short_description  →  &lt; 30 words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9D68B"/>
                </a:solidFill>
                <a:latin typeface="Segoe UI"/>
              </a:rPr>
              <a:t>•  player_mode  →  Single / Multi / Both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416052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Python 3 + pandas (data wrangling)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google-genai SDK  →  Gemini 2.0 Flash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python-dotenv  →  secure API key (.env)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Structured JSON output + validation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PROMPT ENGINEERING (1/2)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ECF0F6"/>
                </a:solidFill>
                <a:latin typeface="Segoe UI"/>
              </a:rPr>
              <a:t>Good vs Bad Prompts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635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6B6B"/>
                </a:solidFill>
                <a:latin typeface="Segoe UI"/>
              </a:rPr>
              <a:t>✗  BAD PROMPT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1">
                <a:solidFill>
                  <a:srgbClr val="ECF0F6"/>
                </a:solidFill>
                <a:latin typeface="Consolas"/>
              </a:rPr>
              <a:t>"What genre is Street Fighter 6 and tell me about it?"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6B6B"/>
                </a:solidFill>
                <a:latin typeface="Segoe UI"/>
              </a:rPr>
              <a:t>Why it fails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Returns a paragraph, not a single word.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No length limit on the description.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player_mode free-form ('online co-op'…) → unusable.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Hard to parse → breaks the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544068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440680" cy="63500"/>
          </a:xfrm>
          <a:prstGeom prst="roundRect">
            <a:avLst/>
          </a:prstGeom>
          <a:solidFill>
            <a:srgbClr val="49D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50876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9D68B"/>
                </a:solidFill>
                <a:latin typeface="Segoe UI"/>
              </a:rPr>
              <a:t>✓  GOOD PROMPT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1">
                <a:solidFill>
                  <a:srgbClr val="ECF0F6"/>
                </a:solidFill>
                <a:latin typeface="Consolas"/>
              </a:rPr>
              <a:t>Role + strict JSON schema + explicit rules + temp=0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49D68B"/>
                </a:solidFill>
                <a:latin typeface="Segoe UI"/>
              </a:rPr>
              <a:t>Why it works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Assigns a role: "precise metadata classifier".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Demands ONE word for genre, &lt; 30 words for description.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Constrains player_mode to 3 exact enum values.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Forces raw JSON only → reliable machine parsing.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temperature = 0 → deterministic, repeatable.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PROMPT ENGINEERING (2/2)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ECF0F6"/>
                </a:solidFill>
                <a:latin typeface="Segoe UI"/>
              </a:rPr>
              <a:t>Final Prompt &amp; Sample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85216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4406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The production prompt (per title)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You are a precise video-game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metadata classifier. For "{title}"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return ONLY JSON with keys: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  genre            (ONE word)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  short_description(&lt; 30 words)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  player_mode      (Single/Multi/Both)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Rules: single-word genre; &lt;30 words;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exact enum; best guess, never refuse;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F0F6"/>
                </a:solidFill>
                <a:latin typeface="Consolas"/>
              </a:rPr>
              <a:t>raw JSON only, no code fences.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One structured call per game replaces three vague ones → fewer requests, consistent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5056632" cy="48463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481328"/>
            <a:ext cx="4663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Sample output  (Street Fighter 6)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"genre": "Fighting",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"short_description": "Competitive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 1v1 fighting game with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 real-time combos and special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 moves across iconic characters.",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  "player_mode": "Both"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9D68B"/>
                </a:solidFill>
                <a:latin typeface="Consolas"/>
              </a:rPr>
              <a:t>}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50" b="0" i="0">
                <a:solidFill>
                  <a:srgbClr val="9AA6B8"/>
                </a:solidFill>
                <a:latin typeface="Segoe UI"/>
              </a:rPr>
              <a:t>Post-processing then enforces the rules: first-word genre, word-count cap, enum mapping.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CHALLENGES &amp; SOLUTIONS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ECF0F6"/>
                </a:solidFill>
                <a:latin typeface="Segoe UI"/>
              </a:rPr>
              <a:t>What Went Wrong &amp; How It Was Fixed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749808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Rate limits (HTTP 429) on free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Exponential backoff (2^n) + configurable --sleep between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1091672" cy="749808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Model adds prose / ```json fences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12848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JSON extractor strips fences and grabs the outer {...} before parsing.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08376"/>
            <a:ext cx="11091672" cy="749808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08376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Multi-word or fuzzy genre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08376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clean_genre() keeps only the first token; normalises to one 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11091672" cy="749808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03904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Descriptions exceeding 30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03904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clean_description() hard-caps to 29 words + ellipsis.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9432"/>
            <a:ext cx="11091672" cy="749808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Inconsistent player_mode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99432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clean_player_mode() maps any variant onto the 3 allowed enum labels.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11091672" cy="749808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5120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Segoe UI"/>
              </a:rPr>
              <a:t>Crash mid-run wastes quota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94960"/>
            <a:ext cx="5577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Incremental save + resumable: re-run skips already-enriched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5C4FF"/>
                </a:solidFill>
                <a:latin typeface="Segoe UI"/>
              </a:rPr>
              <a:t>CONCLUSION &amp; REFLECTIONS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ECF0F6"/>
                </a:solidFill>
                <a:latin typeface="Segoe UI"/>
              </a:rPr>
              <a:t>Lessons Learned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480060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Lessons learned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Constraints in the prompt matter more than length — schema + enums = clean data.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Always validate model output; never trust it raw.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Determinism (temp=0) makes results reproducible and gradeable.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Cheap resilience (retry + resume) saves real money on quota.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440680" cy="480060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55448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Future improvements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Batch / async calls for higher throughput on large datasets.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Use the image_url (multimodal) to improve genre accuracy.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response_schema (typed) instead of prompt-only JSON.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Confidence score + human review queue for uncertain titles.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•  Cache by title to dedupe across dataset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